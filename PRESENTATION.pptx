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📋 Report Card 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Automated Report Card Creation Made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Transform hours of manual work into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9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Creating individual report cards is time-consuming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Manual copying and pasting from Excel to Word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High risk of errors and inconsistencies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Repetitive work that takes valuable time away from educators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A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✨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One click to generate 100+ professional report cards automatically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03120"/>
            <a:ext cx="182880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Upload Excel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2103120"/>
            <a:ext cx="182880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2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Select Sheet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2103120"/>
            <a:ext cx="182880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3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Upload Template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59" y="2103120"/>
            <a:ext cx="182880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4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Generate!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EA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🎯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Works with your existing Excel spreadsheets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Customizable Word templates (35+ fields available)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Batch processing - generate all reports at once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Download individually or as ZIP file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No installation needed - use from your browser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9A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33333"/>
                </a:solidFill>
              </a:defRPr>
            </a:pPr>
            <a:r>
              <a:t>📝 How to Use (Step 1-2)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Step 1: Upload Excel File</a:t>
            </a:r>
          </a:p>
          <a:p>
            <a:pPr>
              <a:spcBef>
                <a:spcPts val="1000"/>
              </a:spcBef>
              <a:defRPr sz="1400">
                <a:solidFill>
                  <a:srgbClr val="333333"/>
                </a:solidFill>
              </a:defRPr>
            </a:pPr>
            <a:r>
              <a:t>Click 'Choose Excel File' and select your spreadsheet with student data</a:t>
            </a:r>
            <a:br/>
            <a:br/>
            <a:r>
              <a:t>Note: First column should have student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Step 2: Select Sheet</a:t>
            </a:r>
          </a:p>
          <a:p>
            <a:pPr>
              <a:spcBef>
                <a:spcPts val="1000"/>
              </a:spcBef>
              <a:defRPr sz="1400">
                <a:solidFill>
                  <a:srgbClr val="333333"/>
                </a:solidFill>
              </a:defRPr>
            </a:pPr>
            <a:r>
              <a:t>Choose the class/form sheet from your Excel file</a:t>
            </a:r>
            <a:br/>
            <a:br/>
            <a:r>
              <a:t>Example: F1J, F2W, F3J, F4W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CFD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📝 How to Use (Step 3-4)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Step 3: Upload Template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Choose your Word report card template (.docx file)</a:t>
            </a:r>
            <a:br/>
            <a:br/>
            <a:r>
              <a:t>Tip: Use placeholders like {{NAME}}, {{MATH}}, {{COMMENTS}}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Step 4: Generate &amp; Download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Click the Generate button and wait for processing</a:t>
            </a:r>
            <a:br/>
            <a:br/>
            <a:r>
              <a:t>Download: All reports at once as ZIP or individually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E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33333"/>
                </a:solidFill>
              </a:defRPr>
            </a:pPr>
            <a:r>
              <a:t>🔧 Technology (For IT Staff)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Frontend: Streamlit - Modern web interface, no coding needed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Backend: Python - Powerful data processing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Data Processing: Pandas - Excel file reading &amp; manipulation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Document Generation: Python-docx - Word file creation &amp; customization</a:t>
            </a:r>
          </a:p>
          <a:p>
            <a:pPr>
              <a:spcBef>
                <a:spcPts val="1500"/>
              </a:spcBef>
              <a:defRPr sz="1400" b="1">
                <a:solidFill>
                  <a:srgbClr val="333333"/>
                </a:solidFill>
              </a:defRPr>
            </a:pPr>
            <a:r>
              <a:t>Deployment: Cloud-based (Streamlit Cloud) - Secure, scalable, automatic updates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9A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✅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256032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/>
            </a:pPr>
            <a:r>
              <a:t>⏱️</a:t>
            </a:r>
          </a:p>
          <a:p>
            <a:pPr algn="ctr">
              <a:spcBef>
                <a:spcPts val="500"/>
              </a:spcBef>
              <a:defRPr sz="1800" b="1">
                <a:solidFill>
                  <a:srgbClr val="FFFFFF"/>
                </a:solidFill>
              </a:defRPr>
            </a:pPr>
            <a:r>
              <a:t>Save Time</a:t>
            </a:r>
          </a:p>
          <a:p>
            <a:pPr algn="ctr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Hours of work done in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79" y="1280160"/>
            <a:ext cx="256032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/>
            </a:pPr>
            <a:r>
              <a:t>✓</a:t>
            </a:r>
          </a:p>
          <a:p>
            <a:pPr algn="ctr">
              <a:spcBef>
                <a:spcPts val="500"/>
              </a:spcBef>
              <a:defRPr sz="1800" b="1">
                <a:solidFill>
                  <a:srgbClr val="FFFFFF"/>
                </a:solidFill>
              </a:defRPr>
            </a:pPr>
            <a:r>
              <a:t>Reduce Errors</a:t>
            </a:r>
          </a:p>
          <a:p>
            <a:pPr algn="ctr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Consistent, accurate reports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19" y="1280160"/>
            <a:ext cx="256032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/>
            </a:pPr>
            <a:r>
              <a:t>🔒</a:t>
            </a:r>
          </a:p>
          <a:p>
            <a:pPr algn="ctr">
              <a:spcBef>
                <a:spcPts val="500"/>
              </a:spcBef>
              <a:defRPr sz="1800" b="1">
                <a:solidFill>
                  <a:srgbClr val="FFFFFF"/>
                </a:solidFill>
              </a:defRPr>
            </a:pPr>
            <a:r>
              <a:t>Secure &amp; Private</a:t>
            </a:r>
          </a:p>
          <a:p>
            <a:pPr algn="ctr">
              <a:spcBef>
                <a:spcPts val="500"/>
              </a:spcBef>
              <a:defRPr sz="1200">
                <a:solidFill>
                  <a:srgbClr val="FFFFFF"/>
                </a:solidFill>
              </a:defRPr>
            </a:pPr>
            <a:r>
              <a:t>Your data stays with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Ready to transform your report card process?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